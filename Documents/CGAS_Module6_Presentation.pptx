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Content Tables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genes · detect introns &amp; pseudogenes · generate formatted Word documents.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Gene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Special Markers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Output Doc Types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Analysis Steps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6?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Reads all GenBank files, categorizes every gene into Self-replication, Photosynthesis, or Other, detects introns and pseudogenes, marks IR-duplicated genes, and writes professionally formatted Word documents ready for direct inclusion in manuscripts.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Gene Categorization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Groups all genes into: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· Self-replication (rpl, rps,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  rpo, rrn, trn)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· Photosynthesis (psa, psb,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  ndh, pet, atp, rbcL, ycf3/4)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· Other (clpP, matK, ycf1…)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Special Feature Detection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* = one intron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** = two introns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ᵃ = IR-duplicated gene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Ψ = pseudogene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rps12 never marked 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duplicate (trans-spliced)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Word Document Output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Italicized gene names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Merged category cells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Superscript markers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Table footnote included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Individual + combined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documents generated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Output is designed for direct copy-paste into your manuscript — no reformatting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cgas-gene-table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cgas-gene-table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cgas_module6.py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cgas_module6.py -i genbank_files/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cgas_module6.py -i data/ -o Gene_Tables/  # Custom output folder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cgas_module6.py --help                    # Get help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Gene Categorization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274320" y="987552"/>
            <a:ext cx="2011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Self-replication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932688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9669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Large subunit of ribosome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996696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rpl2, rpl16, rpl20, rpl22, rpl23ᵃ, rpl32, rpl33, rpl36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335024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990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Small subunit of ribosome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6120" y="1399032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rps2, rps3, rps4, rps7ᵃ, rps8, rps11, rps12, rps14–19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01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RNA polymerase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1801368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rpoA, rpoB, rpoC1*, rpoC2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139696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20370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rRNA genes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2203704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rrn4.5ᵃ, rrn5ᵃ, rrn16ᵃ, rrn23ᵃ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542032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6060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tRNA genes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2606040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trnA-UGCᵃ, trnC-GCA, trnD-GUC, trnE-UUC … (30 total)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201168" cy="241401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 rot="16200000">
            <a:off x="274320" y="3054096"/>
            <a:ext cx="201168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Photosynthesis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2999232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0632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Photosystem 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46120" y="3063240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psaA, psaB, psaC, psaI, psaJ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401568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46557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Photosystem II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46120" y="3465576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psbA, psbB, psbC, psbD … psbZ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803904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86791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NADPH dehydrogenase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46120" y="3867912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ndhA–ndhK (11 genes)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27024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Cytochrome b/f complex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46120" y="4270248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petA, petB*, petD*, petG, petL, petN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608576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67258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ATP synthase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46120" y="4672584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atpA, atpB, atpE, atpF*, atpH, atpI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10912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50749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Rubisco large subunit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246120" y="5074920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rbcL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5468112"/>
            <a:ext cx="201168" cy="12070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 rot="16200000">
            <a:off x="274320" y="5522976"/>
            <a:ext cx="2011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Other genes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468112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55321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Maturase / Protease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246120" y="5532120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matK, clpP**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870448"/>
            <a:ext cx="8321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" y="59344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Conserved ORFs / misc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246120" y="5934456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ycf1, ycf2ᵃ, cemA, accD, ccsA, infA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6272784"/>
            <a:ext cx="8321040" cy="365760"/>
          </a:xfrm>
          <a:prstGeom prst="rect">
            <a:avLst/>
          </a:prstGeom>
          <a:solidFill>
            <a:srgbClr val="E8F8EF"/>
          </a:solidFill>
          <a:ln w="12700">
            <a:solidFill>
              <a:srgbClr val="E0F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633679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C3A"/>
                </a:solidFill>
              </a:rPr>
              <a:t>Pseudogenes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246120" y="6336792"/>
            <a:ext cx="5577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ycf15Ψ, infAΨ — marked with Ψ symbol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Special Markers Explained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B55"/>
                </a:solidFill>
              </a:rPr>
              <a:t>All markers are applied automatically — no configuration needed.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676656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914400" cy="67665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264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1426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One intron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7007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 contains one intron (2 exons) — multi-part CDS or tRNA feature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0528" y="1536192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trnK*, rpoC1*, petD*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21408"/>
            <a:ext cx="8595360" cy="676656"/>
          </a:xfrm>
          <a:prstGeom prst="rect">
            <a:avLst/>
          </a:prstGeom>
          <a:solidFill>
            <a:srgbClr val="E8F8EF"/>
          </a:solidFill>
          <a:ln w="25400">
            <a:solidFill>
              <a:srgbClr val="7D3C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21408"/>
            <a:ext cx="914400" cy="67665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7627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98448" y="21762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Two introns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2450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 contains two introns (3 exons)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0528" y="2286000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ycf3**, clpP**, rps12**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71216"/>
            <a:ext cx="8595360" cy="676656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71216"/>
            <a:ext cx="914400" cy="6766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26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ᵃ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98448" y="2926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IR-duplicated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Gene present in both inverted repeat regions — superscript 'a' after 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035808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rrn16ᵃ, trnAᵃ, rpl2ᵃ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8595360" cy="676656"/>
          </a:xfrm>
          <a:prstGeom prst="rect">
            <a:avLst/>
          </a:prstGeom>
          <a:solidFill>
            <a:srgbClr val="E8F8E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21024"/>
            <a:ext cx="914400" cy="6766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758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98448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Pseudogene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39502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Non-functional gene — detected from /pseudo qualifier or missing CDS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10528" y="3785616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ycf15Ψ, infAΨ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370832"/>
            <a:ext cx="8595360" cy="676656"/>
          </a:xfrm>
          <a:prstGeom prst="rect">
            <a:avLst/>
          </a:prstGeom>
          <a:solidFill>
            <a:srgbClr val="E8F8E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370832"/>
            <a:ext cx="914400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256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rps12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98448" y="44256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Trans-spliced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98448" y="47000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Special case: rps12 is trans-spliced (parts in different locations) — never marked as duplicated despite appearing multiple times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10528" y="4535424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rps12** (no ᵃ)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2926080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Module6_Gene_Content_Tables/
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Table_Species1.docx  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species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Table_Species2.docx
</a:t>
            </a:r>
            <a:pPr indent="0" marL="0">
              <a:buNone/>
            </a:pPr>
            <a:r>
              <a:rPr lang="en-US" sz="120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Table_Species3.docx
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pPr indent="0" marL="0">
              <a:buNone/>
            </a:pPr>
            <a:r>
              <a:rPr lang="en-US" sz="120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Complete_Gene_Content_Tables.docx  </a:t>
            </a:r>
            <a:pPr indent="0" marL="0">
              <a:buNone/>
            </a:pPr>
            <a:r>
              <a:rPr lang="en-US" sz="120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species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950208"/>
            <a:ext cx="4160520" cy="84124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9867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Table footnote (auto-generated):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42611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55"/>
                </a:solidFill>
              </a:rPr>
              <a:t>* one intron  ** two introns  ᵃ IR-duplicate  Ψ pseudogene  rps12 = trans-spliced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84124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7899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Individual .docx files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39903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One per species — Table S1 title, italicized gene names, merged category cells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947672"/>
            <a:ext cx="4160520" cy="84124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06654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94960" y="20208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Combined document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23865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All species in one file — sequential Table S1/S2/S3 numbering, page breaks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35224"/>
            <a:ext cx="4160520" cy="84124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05409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30083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Professional formatting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374136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Superscript markers, italic gene names, bold headers — Word 2010+ compatible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922776"/>
            <a:ext cx="4160520" cy="841248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404164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39959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4-column 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43616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Category | Group of genes | Gene names | Total count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GenBank files in a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/home/user/chloroplast_genomes/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*.gb  # verify annotated files present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module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cgas_module6.py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 --module 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cgas-gene-table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individual species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Module6_Gene_Content_Tables/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Table_Species1.docx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combined document for paper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Module6_Gene_Content_Tables/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Complete_Gene_Content_Tables.docx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Tables S1, S2, S3... ready to insert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Python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python-docx — verify: python -c "import Bio, docx"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GenBank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.gb .gbf .gbk .genbank — use -i /full/path/ to specify folder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Gene features missing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Verify GenBank has gene features with /gene qualifiers in the FEATURES section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Markers not appearing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Intron markers need multi-part CDS/tRNA; pseudogene needs /pseudo qualifier or missing CDS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rps12 showing as duplicated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This is a known annotation issue — rps12 is trans-spliced and should never be marked ᵃ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Word file opens with errors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python-docx 0.8.11+ — test with: python -c "from docx import Document; print('ok')"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6 —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6 — Key Takeaways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Publication-Quality Gene Content Tables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No arguments needed: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run python cgas_module6.py in the folder with your GenBank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3 gene categories: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Self-replication · Photosynthesis · Other — all assigned automatically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4 special markers: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* one intron  ** two introns  ᵃ IR-duplicate  Ψ pseudogene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rps12 exception: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trans-spliced gene — never marked as ᵃ despite appearing multiple times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Two output docs: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individual Table_Species.docx per genome + Combined Complete_Gene_Content_Tables.docx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6</dc:title>
  <dc:subject>PptxGenJS Presentation</dc:subject>
  <dc:creator>Abdullah</dc:creator>
  <cp:lastModifiedBy>Abdullah</cp:lastModifiedBy>
  <cp:revision>1</cp:revision>
  <dcterms:created xsi:type="dcterms:W3CDTF">2026-02-21T00:32:02Z</dcterms:created>
  <dcterms:modified xsi:type="dcterms:W3CDTF">2026-02-21T00:32:02Z</dcterms:modified>
</cp:coreProperties>
</file>