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2"/>
    <p:sldId id="259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1?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B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fully automated Python pipeline: raw sequencing reads → high-quality validated chloroplast genome assemblies.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2606040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08760"/>
            <a:ext cx="25237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029968"/>
            <a:ext cx="252374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</a:rPr>
              <a:t>QC → Assembly → Validation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</a:rPr>
              <a:t>→ Mapping → Coverage → Reports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743200" cy="2606040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508760"/>
            <a:ext cx="25237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Specialised Tools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2029968"/>
            <a:ext cx="252374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</a:rPr>
              <a:t>Fastp  ·  GetOrganelle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</a:rPr>
              <a:t>BWA  ·  Samtools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</a:rPr>
              <a:t>Auto-detected · No manual config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743200" cy="2606040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08760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508760"/>
            <a:ext cx="252374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Batch 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2029968"/>
            <a:ext cx="252374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</a:rPr>
              <a:t>Process 1 or 100+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</a:rPr>
              <a:t>samples simultaneously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</a:rPr>
              <a:t>with one command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224528"/>
            <a:ext cx="9144000" cy="576072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2452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B55"/>
                </a:solidFill>
              </a:rPr>
              <a:t>Scientific applications: De novo assembly  ·  Coverage analysis  ·  Structure detection (LSC / SSC / IR)  ·  Comparative genomics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Folder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output/
</a:t>
            </a:r>
            <a:r>
              <a:rPr lang="en-US" sz="1200" dirty="0"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01_QC/         # Fastp reports
├── 02_clean_reads/ # Trimmed FASTQ
├── 03_assemblies/ # GetOrganelle
├── 04_mapping/    # BAM + BAI files
├── 05_cp_reads/   # Chloroplast reads
├── 06_reports/    # TSV / XLSX
</a:t>
            </a:r>
            <a:r>
              <a:rPr lang="en-US" sz="1200" b="1" dirty="0"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└── 07_assembled_genomes/ </a:t>
            </a:r>
            <a:r>
              <a:rPr lang="en-US" sz="1200" dirty="0"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✅ Final FASTA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73168" y="1051560"/>
            <a:ext cx="548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QC Reports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0744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HTML + JSON per sample from Fastp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11096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2002536"/>
            <a:ext cx="548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984248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Assembly FASTA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path_sequence.fasta from GetOrganelle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62072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953512"/>
            <a:ext cx="548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935224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Coverage Stats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282696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Mean depth, mapping rate, breadth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813048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3904488"/>
            <a:ext cx="548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8862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Summary Tables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233672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All samples in one .xlsx &amp; .tsv file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204</Words>
  <Application>Microsoft Office PowerPoint</Application>
  <PresentationFormat>On-screen Show (16:9)</PresentationFormat>
  <Paragraphs>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Courier New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1: Chloroplast Genome Assembly</dc:title>
  <dc:subject>PptxGenJS Presentation</dc:subject>
  <dc:creator>Abdullah</dc:creator>
  <cp:lastModifiedBy>Abdullah</cp:lastModifiedBy>
  <cp:revision>5</cp:revision>
  <dcterms:created xsi:type="dcterms:W3CDTF">2026-02-19T11:21:00Z</dcterms:created>
  <dcterms:modified xsi:type="dcterms:W3CDTF">2026-03-11T09:45:47Z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7B170BD2B6EA4F6C865F49DD8118058D_13</vt:lpwstr>
  </property>
  <property fmtid="{D5CDD505-2E9C-101B-9397-08002B2CF9AE}" pid="3" name="KSOProductBuildVer">
    <vt:lpwstr>1033-12.2.0.23196</vt:lpwstr>
  </property>
</Properties>
</file>