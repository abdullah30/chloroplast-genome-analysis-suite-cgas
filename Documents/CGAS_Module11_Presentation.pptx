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200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365760"/>
            <a:ext cx="2011680" cy="201168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</a:rPr>
              <a:t>CGAS SUITE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&amp; tRNA Intron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and Analysis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intron positions &amp; lengths · dual CDS + tRNA analysis · publication-ready Excel with statistics.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Gene Types Analysed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1460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Excel Sheets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15,000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Max Intron (bp)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100+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084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Species Tested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Abdullah  ·  CGAS v1.0.1  ·  January 2026  ·  bioRxiv doi: 10.64898/2025.12.21.695765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11?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B22"/>
                </a:solidFill>
              </a:rPr>
              <a:t>Scans all GenBank files in your folder, detects every intron in both protein-coding genes and tRNA genes, extracts positions and lengths, and writes a single timestamped Excel report with per-species data and cross-species comparison statistics.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Dual Intron Detection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Protein-coding genes (CDS)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AND tRNA genes — both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one run from the same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GenBank file. No separate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passes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Smart Deduplication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Genes duplicated in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Inverted Repeat regions 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automatically deduplicated.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Each gene-intron combination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counted once per species.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Publication-Ready Output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Roman numerals for multiple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introns (Intron I, Intron II)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Italic species &amp; gene names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Comparison stats: min, max,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mean across all species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233672"/>
            <a:ext cx="9144000" cy="566928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33672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61104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B55"/>
                </a:solidFill>
              </a:rPr>
              <a:t>Applications: evolutionary intron size studies · genome annotation verification · comparative genomics · manuscript table preparation.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Quick Start — Three Ways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① cgas command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 --module 11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② cgas-intron shortcut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96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cgas-intron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64261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③ Python directly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8094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cgas_module11.py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8595360" cy="12618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Options: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cgas_module11.py -i genbank_files/           # Specify input folder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096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cgas_module11.py -i data/ -o intron_results/ # Custom output folder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3525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cgas_module11.py --help                      # Show all options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Introns Are Detected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B55"/>
                </a:solidFill>
              </a:rPr>
              <a:t>Introns are identified from multi-part join() locations in GenBank features. The gap between consecutive exon coordinates is the intron.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1920240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44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DDC8A"/>
                </a:solidFill>
              </a:rPr>
              <a:t>Protein-coding gene (CDS):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3913632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    join(2001..2500,2701..3200)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/gene="atpF"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CDS     join(2001..2500,2701..3200)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/gene="atpF"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2194560"/>
            <a:ext cx="365760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7AE6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74920" y="1417320"/>
            <a:ext cx="3794760" cy="1920240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481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Extracted intron: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1810512"/>
            <a:ext cx="35661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Gene:       atpF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Intron:     Intron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Size:       200 bp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  2501–2700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456432"/>
            <a:ext cx="4114800" cy="1389888"/>
          </a:xfrm>
          <a:prstGeom prst="rect">
            <a:avLst/>
          </a:prstGeom>
          <a:solidFill>
            <a:srgbClr val="1A3D2A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493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DBBDC"/>
                </a:solidFill>
              </a:rPr>
              <a:t>tRNA gene: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3794760"/>
            <a:ext cx="3913632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BB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tRNA    join(5001..5037,5078..5149)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BB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/gene="trnV-UAC"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0560" y="3931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7AE60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74920" y="3456432"/>
            <a:ext cx="3794760" cy="1389888"/>
          </a:xfrm>
          <a:prstGeom prst="rect">
            <a:avLst/>
          </a:prstGeom>
          <a:solidFill>
            <a:srgbClr val="E8F8EF"/>
          </a:solidFill>
          <a:ln w="1905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5112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Extracted tRNA intron: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3822192"/>
            <a:ext cx="3566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Gene:       trnV-UAC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Intron:     Intron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Size:       40 bp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  5038–5077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336499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Module11_Intron_Analysis/
</a:t>
            </a:r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intron_data_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YYYYMMDD_HHMMSS.xlsx
</a:t>
            </a:r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
</a:t>
            </a:r>
            <a:pPr indent="0" marL="0">
              <a:buNone/>
            </a:pPr>
            <a:r>
              <a:rPr lang="en-US" sz="11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Gene Introns
</a:t>
            </a:r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(CDS introns)
</a:t>
            </a:r>
            <a:pPr indent="0" marL="0">
              <a:buNone/>
            </a:pPr>
            <a:r>
              <a:rPr lang="en-US" sz="11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tRNA Introns
</a:t>
            </a:r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(tRNA introns)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Gene Intron Size
</a:t>
            </a:r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Comparison *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tRNA Intron Size
</a:t>
            </a:r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Comparison *
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only when multiple species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89611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10642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Gene Introns sheet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3898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Species · Gene · Intron I/II/III · Size (bp) · Position (start–end). IR duplicates removed.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002536"/>
            <a:ext cx="4160520" cy="89611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1488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207568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tRNA Introns sheet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43230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Same structure as Gene Introns — tRNA genes separated because they have distinct intron biology.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044952"/>
            <a:ext cx="4160520" cy="89611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319125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311810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Size Comparison sheets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4747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Gene-by-gene statistics across all species: Min (bp) · Max (bp) · Mean (bp) · Species Count.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4087368"/>
            <a:ext cx="4160520" cy="89611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423367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41605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Timestamped filename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451713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Output file name includes date and time — safe to re-run without overwriting previous results.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Excel Columns Explained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Data sheets (Gene Introns &amp; tRNA Introns)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206240" cy="457200"/>
          </a:xfrm>
          <a:prstGeom prst="rect">
            <a:avLst/>
          </a:prstGeom>
          <a:solidFill>
            <a:srgbClr val="E8F8E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89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10512" y="1389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Organism name extracted from /organism= qualifier — italicised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01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10512" y="1901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Gene name from /gene= qualifier — italicised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22576"/>
            <a:ext cx="4206240" cy="457200"/>
          </a:xfrm>
          <a:prstGeom prst="rect">
            <a:avLst/>
          </a:prstGeom>
          <a:solidFill>
            <a:srgbClr val="E8F8E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414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10512" y="2414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Roman numeral notation: Intron I, Intron II, Intron III…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(bp)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810512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Length of the intron in base pairs — validated 1–15,000 bp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46704"/>
            <a:ext cx="4206240" cy="457200"/>
          </a:xfrm>
          <a:prstGeom prst="rect">
            <a:avLst/>
          </a:prstGeom>
          <a:solidFill>
            <a:srgbClr val="E8F8E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4381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810512" y="3438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Genomic coordinates: start–end (e.g., 2501–2700)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9326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Comparison sheets (multiple species only)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298448"/>
            <a:ext cx="4206240" cy="457200"/>
          </a:xfrm>
          <a:prstGeom prst="rect">
            <a:avLst/>
          </a:prstGeom>
          <a:solidFill>
            <a:srgbClr val="E8F8E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3898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82512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Gene name — italicised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810512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901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(bp)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82512" y="1901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Smallest intron across all species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322576"/>
            <a:ext cx="4206240" cy="457200"/>
          </a:xfrm>
          <a:prstGeom prst="rect">
            <a:avLst/>
          </a:prstGeom>
          <a:solidFill>
            <a:srgbClr val="E8F8E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4140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(bp)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82512" y="24140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Largest intron across all species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83464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926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(bp)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82512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Average intron length across species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346704"/>
            <a:ext cx="4206240" cy="457200"/>
          </a:xfrm>
          <a:prstGeom prst="rect">
            <a:avLst/>
          </a:prstGeom>
          <a:solidFill>
            <a:srgbClr val="E8F8E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4381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Species Count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82512" y="34381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Number of species that have this gene-intron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041648"/>
            <a:ext cx="8595360" cy="749808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041648"/>
            <a:ext cx="73152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4114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IR deduplication: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8912" y="43708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Genes in the Inverted Repeat (e.g., trnI, trnA) appear twice in the genome. Module 11 detects and removes duplicates automatically — each gene-intron pair appears once per species in the output.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Step-by-Step: Practical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Place GenBank files in a folder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/home/user/chloroplast_introns/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*.gb  # verify files are here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the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cgas_module11.py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cgas --module 11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cgas-intron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the Gene Introns sheet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Module11_Intron_Analysis/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intron_data_*.xlsx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Gene Introns tab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4865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Size Comparison sheet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Gene Intron Size Comparison tab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 / Max / Mean per gene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across all your species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Common Issues &amp; Quick Fixes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926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Missing Python packages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pip install biopython pandas numpy openpyxl — verify: python -c "import Bio, pandas, openpyxl"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09344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459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No GenBank files found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91109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Check extensions: .gb .gbff .genbank .gbk — use -i /full/path/ to specify the directory explicitly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86000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2257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No introns found in any files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58775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Open a GenBank file and search for join( — if absent, the genome may genuinely have no introns, or the annotation is incomplete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62656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9923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Excel file won't open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2644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Close Excel completely, check the file is not open elsewhere, then re-run the script to generate a fresh timestamped file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7588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Permission denied on output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94106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Use -o ~/intron_results/ to write to your home directory where you always have write permission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1596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5254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Very high memory usage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61772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Process files in batches using -i on subfolder at a time — each genome uses ~50–100 MB RAM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822960"/>
            <a:ext cx="3200400" cy="320040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182880"/>
            <a:ext cx="1920240" cy="192024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91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🧬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7472" y="3200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Module 11 — Key Takeaways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" y="8046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</a:rPr>
              <a:t>Gene &amp; tRNA Intron Extraction and 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4884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2311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No arguments needed: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23113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run python cgas_module11.py in the folder with your GenBank files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42616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42616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724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Dual detection: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31720" y="2724912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protein-coding CDS introns AND tRNA introns extracted in one single run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136392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36392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218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Roman numeral notation: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3218688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multiple introns per gene labelled Intron I, Intron II, Intron III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630168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0168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712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IR deduplication: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3712464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genes in inverted repeat regions are automatically counted only once per species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123944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123944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206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Comparison stats: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31720" y="42062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when multiple species provided, min / max / mean per gene across species are added automatically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61772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7000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Cite CGAS: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31720" y="470001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Abdullah A., Yan R., &amp; Tian X. (2025). bioRxiv. doi: 10.64898/2025.12.21.695765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11: Gene and tRNA Intron Extraction and Analysis</dc:title>
  <dc:subject>PptxGenJS Presentation</dc:subject>
  <dc:creator>Abdullah</dc:creator>
  <cp:lastModifiedBy>Abdullah</cp:lastModifiedBy>
  <cp:revision>1</cp:revision>
  <dcterms:created xsi:type="dcterms:W3CDTF">2026-02-21T00:45:07Z</dcterms:created>
  <dcterms:modified xsi:type="dcterms:W3CDTF">2026-02-21T00:45:07Z</dcterms:modified>
</cp:coreProperties>
</file>