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 / Substitution Analysis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 Visualization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substitution types · Ts/Tv ratio · pairwise aligned FASTA · publication graphs via 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Substitution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Output Figures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DPI Figures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Analysis Steps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10?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Reads pairwise-aligned FASTA files, counts all 12 nucleotide substitution types, calculates transitions and transversions and their ratio (Ts/Tv), writes per-alignment Excel reports, merges into one comparison table, and generates publication-quality bar charts via 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Substitution Analysis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All 12 SNP types tracked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4 transitions: A↔G, C↔T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8 transversions: purines↔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pyrimidines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Position of each event logged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Ts/Tv Ratio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Transitions / Transversions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~2.0 = neutral evolution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&gt;2.0 = excess Ts (common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 chloroplasts)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&lt;2.0 = possible selection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 Visualizations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Substitution_Types.pdf/.png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Ts_Tv_Ratio.pdf/.png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600 DPI · PDF (vector)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Use --no-figures if R absent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Input: pairwise-aligned FASTA (.fasta .fa .fna) — each file must contain exactly 2 sequences of equal length.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cgas-snp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cgas-snp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cgas_module10.py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cgas_module10.py -i alignments/   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cgas_module10.py -i data/ -o SNP_Results/  # Custom 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cgas_module10.py --no-figures              # Skip R graphs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Transitions vs Transversions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</a:rPr>
              <a:t>Transitions: substitution within same chemical class    ·    Transversions: substitution between classes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60520" cy="2084832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4160520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8988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Transitions (Ts) — 4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865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39696" y="18836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purine → purine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→ 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2860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purine → purine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39696" y="268833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pyrimidine → pyrimidine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30723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9696" y="309067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pyrimidine → pyrimidine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389888"/>
            <a:ext cx="4160520" cy="3218688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389888"/>
            <a:ext cx="4160520" cy="42062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38988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Transversions (Tv) — 8 types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8653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4224" y="18836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purine → pyrimidine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2037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4224" y="2221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pyrimidine → purine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542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64224" y="2560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purine → pyrimidine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64224" y="2898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pyrimidine → purine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2186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→ 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4224" y="32369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purine → pyrimidine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5570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64224" y="35753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pyrimidine → purine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8953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→ 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64224" y="3913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purine → pyrimidine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233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→ 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4224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pyrimidine → purine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547872"/>
            <a:ext cx="4160520" cy="124358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584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Ts/Tv Ratio — what to expect: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" y="38953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61872" y="3913632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neutral evolution — random mutations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84048" y="41696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&gt;2.0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61872" y="4187952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excess transitions (typical in chloroplasts)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84048" y="44439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&lt;2.0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61872" y="4462272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possible selection or sequencing errors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Module10_SNP_Analysis/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rbcL_aligned_Substitutions.xlsx  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file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matK_aligned_Substitutions.xlsx
</a:t>
            </a:r>
            <a:pPr indent="0" marL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Complete_Substitution_Analysis.xlsx  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Complete_Substitution_Analysis.csv  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input
</a:t>
            </a:r>
            <a:pPr indent="0" marL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Figures/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Substitution_Types.pdf/.png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Ts_Tv_Ratio.pdf/.png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Per-alignment Excel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Summary sheet (totals, Ts/Tv) + detail sheet (each substitution type with positions)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Merged comparison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All alignments side by side — 12 substitution types, Total, Ts, Tv, Ts/Tv per row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Substitution Types graph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Grouped bar chart — 12 types, complementary pairs grouped, colour-coded per sample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Ts/Tv Ratio graph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Bar chart per sample with horizontal reference line at 2.0 — easy to spot outliers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 pairwise FASTA alignments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.fasta file must have EXACTLY 2 sequences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Align first: mafft --auto input.fasta &gt; aligned.fasta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*.fasta  # verify files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cgas_module10.py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--no-figures if R is not installed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merged Excel report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Module10_SNP_Analysis/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Complete_Substitution_Analysis.xlsx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View the R figures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Module10_SNP_Analysis/Figures/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Substitution_Types.pdf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Ts_Tv_Ratio.pdf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pandas openpyxl — R packages: ggplot2, reshape2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FASTA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.fasta .fa .fna — use -i /full/path/ to specify folder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Wrong number of sequences in 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Each file must have EXACTLY 2 sequences — create separate pairwise files for each pair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Sequences have different lengths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Sequences must be pre-aligned — use MAFFT/MUSCLE first: mafft --auto input.fasta &gt; aligned.fasta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R not installed / figures not made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--no-figures flag — Excel output is complete regardless; install R if figures needed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Ts/Tv ratio is very low (&lt;1)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May indicate sequencing errors or strong selection — check alignment quality first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10 —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10 — Key Takeaways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SNP / Substitution Analysis with R Visualization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Input format: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pairwise-aligned FASTA — exactly 2 sequences per file, equal length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12 substitution types: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4 transitions (A↔G, C↔T) + 8 transversions (purine↔pyrimidine)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Ts/Tv ~2.0: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expected for neutral evolution; chloroplast genomes often show higher values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Align first: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sequences must be pre-aligned with MAFFT, MUSCLE, or similar before running Module 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 optional: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use --no-figures if R not installed — Excel output is complete regardless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10</dc:title>
  <dc:subject>PptxGenJS Presentation</dc:subject>
  <dc:creator>Abdullah</dc:creator>
  <cp:lastModifiedBy>Abdullah</cp:lastModifiedBy>
  <cp:revision>1</cp:revision>
  <dcterms:created xsi:type="dcterms:W3CDTF">2026-02-21T00:32:02Z</dcterms:created>
  <dcterms:modified xsi:type="dcterms:W3CDTF">2026-02-21T00:32:02Z</dcterms:modified>
</cp:coreProperties>
</file>