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Phylogenetic Matrix Builder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IQ-TREE Integration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align · concatenate · 4 matrix types · partition files · IQ-TREE phylogeny.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Matrix Types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Partition Formats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Aligners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200+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Species Tested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14?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Extracts genes, introns, and intergenic spacers from all your GenBank files, aligns them with MAFFT (or MACSE for codon-aware CDS alignment), concatenates the aligned regions into four supermatrices, writes partition files in four formats, and optionally runs IQ-TREE to infer maximum-likelihood phylogenetic trees — all in one automated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Four Matrix Types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matrix_protein_coding.fasta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(genes only)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matrix_introns.fasta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matrix_intergenic.fasta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matrix_complete.fasta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← RECOMMENDED (all regions)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Alignment Methods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MAFFT (default): all regions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fast · handles all types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MACSSE (optional): CDS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codon-aware · preserves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reading frames · needs Java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Requires separate download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IQ-TREE Integration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--iqtree flag enables phylogeny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ML tree + UFBoot/SH-aLRT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Auto ModelFinder selection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Multi-threading support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Outgroup specification: -og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.treefile + .log + .iqtree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224528"/>
            <a:ext cx="9144000" cy="576072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2452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MAFFT is required. IQ-TREE is optional but recommended. MACSE is optional for codon-aware CDS alignment.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cgas-phylogeny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cgas_module14.py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cgas_module14.py --iqtree                       # Matrices + phylogenetic inference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cgas_module14.py --complete-only --iqtree       # Complete matrix + tree (RECOMMENDED)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cgas_module14.py --iqtree -og outgroup.gb       # Specify outgroup for tree rooting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6085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cgas_module14.py --macse --genes-only --iqtree  # Codon-aware CDS alignment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Four Matrix Types Explained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</a:rPr>
              <a:t>All four matrices are built by default. Use --complete-only, --genes-only, --introns-only, or --intergenic-only to build just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8595360" cy="713232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1463040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Genes 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47088" y="1444752"/>
            <a:ext cx="6894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matrix_protein_coding.fasta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47088" y="1728216"/>
            <a:ext cx="6894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Concatenation of all aligned CDS/gene regions. Traditional approach — widely used in phylogenomics. Use with MACSE (--macse) for codon-aware alignment.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713232"/>
          </a:xfrm>
          <a:prstGeom prst="rect">
            <a:avLst/>
          </a:prstGeom>
          <a:solidFill>
            <a:srgbClr val="E8F8E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94560"/>
            <a:ext cx="1463040" cy="71323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134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Introns only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47088" y="2249424"/>
            <a:ext cx="6894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matrix_introns.fasta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088" y="2532888"/>
            <a:ext cx="6894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Concatenation of all aligned intron sequences. Higher diversity than genes — useful for closely related species.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8595360" cy="713232"/>
          </a:xfrm>
          <a:prstGeom prst="rect">
            <a:avLst/>
          </a:prstGeom>
          <a:solidFill>
            <a:srgbClr val="E8F8EF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99232"/>
            <a:ext cx="1463040" cy="7132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1810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Intergenic only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47088" y="3054096"/>
            <a:ext cx="6894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matrix_intergenic.fasta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47088" y="3337560"/>
            <a:ext cx="6894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Concatenation of all aligned intergenic spacer sequences. Highest diversity — best for population-level studies.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03904"/>
            <a:ext cx="8595360" cy="713232"/>
          </a:xfrm>
          <a:prstGeom prst="rect">
            <a:avLst/>
          </a:prstGeom>
          <a:solidFill>
            <a:srgbClr val="E8F8EF"/>
          </a:solidFill>
          <a:ln w="25400">
            <a:solidFill>
              <a:srgbClr val="1A5C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03904"/>
            <a:ext cx="1463040" cy="71323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22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RECOMMENDED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847088" y="3858768"/>
            <a:ext cx="6894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matrix_complete.fasta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47088" y="4142232"/>
            <a:ext cx="6894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Concatenation of ALL regions: genes + introns + intergenic spacers. Maximum phylogenetic signal. Default for --complete-only --iqtree.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Module14_Phylogeny/
</a:t>
            </a:r>
            <a:pPr indent="0" marL="0">
              <a:buNone/>
            </a:pPr>
            <a:r>
              <a:rPr lang="en-US" sz="10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SUMMARY_REPORT.txt
</a:t>
            </a:r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01_individual_alignments/
</a:t>
            </a:r>
            <a:pPr indent="0" marL="0">
              <a:buNone/>
            </a:pPr>
            <a:r>
              <a:rPr lang="en-US" sz="10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genes/
</a:t>
            </a:r>
            <a:pPr indent="0" marL="0">
              <a:buNone/>
            </a:pPr>
            <a:r>
              <a:rPr lang="en-US" sz="10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introns/
</a:t>
            </a:r>
            <a:pPr indent="0" marL="0">
              <a:buNone/>
            </a:pPr>
            <a:r>
              <a:rPr lang="en-US" sz="10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intergenic/
</a:t>
            </a:r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02_concatenated_matrices/
</a:t>
            </a:r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matrix_complete.fasta  </a:t>
            </a:r>
            <a:pPr indent="0" marL="0">
              <a:buNone/>
            </a:pPr>
            <a:r>
              <a:rPr lang="en-US" sz="10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RECOMMENDED
</a:t>
            </a:r>
            <a:pPr indent="0" marL="0">
              <a:buNone/>
            </a:pPr>
            <a:r>
              <a:rPr lang="en-US" sz="10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matrix_protein_coding.fasta
</a:t>
            </a:r>
            <a:pPr indent="0" marL="0">
              <a:buNone/>
            </a:pPr>
            <a:r>
              <a:rPr lang="en-US" sz="10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matrix_introns.fasta
</a:t>
            </a:r>
            <a:pPr indent="0" marL="0">
              <a:buNone/>
            </a:pPr>
            <a:r>
              <a:rPr lang="en-US" sz="10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matrix_intergenic.fasta
</a:t>
            </a:r>
            <a:pPr indent="0" marL="0">
              <a:buNone/>
            </a:pPr>
            <a:r>
              <a:rPr lang="en-US" sz="10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partitions_*.(txt/nex/phylip)
</a:t>
            </a:r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phylogeny_*.treefile  </a:t>
            </a:r>
            <a:pPr indent="0" marL="0">
              <a:buNone/>
            </a:pPr>
            <a:r>
              <a:rPr lang="en-US" sz="10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(if --iqtree)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0881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SUMMARY_REPORT.txt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13990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Species list · extracted regions · matrix statistics · partition info · outgroup ordering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09397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0391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01_individual_alignments/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One FASTA per gene/intron/intergenic region — can be used with any other phylogenetic tool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309981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30449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04 partition formats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4107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.txt (RAxML) · .nex (MrBayes/NEXUS) · _iqtree.nex (IQ-TREE) · .phylip (PHYLIP format)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97764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1056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🌳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40507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phylogeny_*.treefile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44165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ML tree in Newick format with UFBoot/SH-aLRT support values — open in FigTree or iTOL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Install MAFFT + IQ-TREE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mafft iqtree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mafft --version &amp;&amp; iqtree --version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complete matrix + phylogeny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cgas_module14.py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--complete-only --iqtree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-og outgroup.gb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SUMMARY_REPORT.txt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Module14_Phylogeny/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SUMMARY_REPORT.txt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species count, matrix length, partitions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the tree file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in FigTree, iTOL, or notebook: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Module14_Phylogeny/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phylogeny_complete.treefile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MAFFT not found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MAFFT is REQUIRED — sudo apt-get install mafft (Linux) or brew install mafft (macOS)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IQ-TREE not found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IQ-TREE is optional — omit --iqtree to generate matrices only; install from iqtree.org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MACSE not working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MACSE needs Java — java -jar macse.jar -help; only works with CDS, not introns or intergenic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Only 1 genome 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Need at least 2 GenBank files — alignment and concatenation require multiple sequences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Outgroup not placed at top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Use full filename with extension: -og Gossypium_arboreum.gb — must match the file exactly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Memory issues with large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Use --complete-only to skip building three sub-matrices; reduces peak memory by ~75%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14 — 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14 — Key Takeaways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Phylogenetic Matrix Builder with IQ-TREE Integration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MAFFT required: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install before running — IQ-TREE is optional but recommended for phylogenetic inference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Complete matrix recommended: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matrix_complete.fasta (all regions) gives maximum phylogenetic signal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4 matrix types: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genes · introns · intergenic · complete — all built automatically unless filtered by flag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4 partition formats: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.txt (RAxML) · .nex (MrBayes) · _iqtree.nex (IQ-TREE) · .phylip — for any software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Outgroup specification: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-og outgroup.gb places outgroup at top of all alignments and matrices for proper rooting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IQ-TREE too: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Nguyen et al. (2015) MBE 32:268–274 · Minh et al. (2020) MBE 37:1530–1534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14</dc:title>
  <dc:subject>PptxGenJS Presentation</dc:subject>
  <dc:creator>Abdullah</dc:creator>
  <cp:lastModifiedBy>Abdullah</cp:lastModifiedBy>
  <cp:revision>1</cp:revision>
  <dcterms:created xsi:type="dcterms:W3CDTF">2026-02-21T09:29:00Z</dcterms:created>
  <dcterms:modified xsi:type="dcterms:W3CDTF">2026-02-21T09:29:00Z</dcterms:modified>
</cp:coreProperties>
</file>