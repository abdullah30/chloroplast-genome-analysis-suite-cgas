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0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288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CGAS Module 4?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2B22"/>
                </a:solidFill>
              </a:rPr>
              <a:t>The final step in the CGAS pipeline — converts your curated GenBank files into NCBI-submission-ready FASTA and TBL formats, validates every annotation, and auto-corrects small errors.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Format Conversion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GenBank → FASTA (.fsa)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GenBank → Feature Table (.tbl)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Both individual and combined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files generated automatically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Annotation Validation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Checks genes, CDS, tRNA,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rRNA — flags missing products,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location mismatches,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and 'order' operator errors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664208"/>
            <a:ext cx="2743200" cy="2450592"/>
          </a:xfrm>
          <a:prstGeom prst="rect">
            <a:avLst/>
          </a:prstGeom>
          <a:solidFill>
            <a:srgbClr val="E8F8EF"/>
          </a:solidFill>
          <a:ln w="1905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664208"/>
            <a:ext cx="2743200" cy="45720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6420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Auto-Correction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52374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Fixes small gene/CDS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location mismatches (&lt;100 bp)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when CDS is valid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B22"/>
                </a:solidFill>
              </a:rPr>
              <a:t>logs all changes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233672"/>
            <a:ext cx="9144000" cy="566928"/>
          </a:xfrm>
          <a:prstGeom prst="rect">
            <a:avLst/>
          </a:prstGeom>
          <a:solidFill>
            <a:srgbClr val="E8F8EF"/>
          </a:solidFill>
          <a:ln w="12700">
            <a:solidFill>
              <a:srgbClr val="E8F8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233672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6B55"/>
                </a:solidFill>
              </a:rPr>
              <a:t>Module 4 is the NCBI submission endpoint — review the validation report before submitting any files.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Two-Phase Operation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34747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9326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 — Format Conversion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26464"/>
            <a:ext cx="4160520" cy="51206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527048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4721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A"/>
                </a:solidFill>
              </a:rPr>
              <a:t>Read GenBank files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7007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5"/>
                </a:solidFill>
              </a:rPr>
              <a:t>All .gb .gbf .gbk .genbank .gbff in input folder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4160520" cy="51206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112264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0574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A"/>
                </a:solidFill>
              </a:rPr>
              <a:t>Generate FASTA (.fsa)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22860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5"/>
                </a:solidFill>
              </a:rPr>
              <a:t>NCBI-compliant header with organism, topology, gcode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4160520" cy="51206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697480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26426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A"/>
                </a:solidFill>
              </a:rPr>
              <a:t>Generate TBL (.tbl)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28712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5"/>
                </a:solidFill>
              </a:rPr>
              <a:t>Feature table: tab-delimited coords + qualifiers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182112"/>
            <a:ext cx="4160520" cy="51206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282696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32278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A"/>
                </a:solidFill>
              </a:rPr>
              <a:t>Create combined files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34564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5"/>
                </a:solidFill>
              </a:rPr>
              <a:t>combined.fasta + combined_features.tbl for batch upload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932688"/>
            <a:ext cx="4160520" cy="42062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932688"/>
            <a:ext cx="347472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93268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PHASE 2 — Validation &amp; Auto-Correct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09160" y="1426464"/>
            <a:ext cx="4160520" cy="51206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82312" y="1527048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1527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75504" y="14721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A"/>
                </a:solidFill>
              </a:rPr>
              <a:t>Gene-CDS consistency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75504" y="17007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5"/>
                </a:solidFill>
              </a:rPr>
              <a:t>Every gene must have a matching CDS feature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2011680"/>
            <a:ext cx="4160520" cy="51206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82312" y="2112264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2112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75504" y="20574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A"/>
                </a:solidFill>
              </a:rPr>
              <a:t>Product annotation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75504" y="22860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5"/>
                </a:solidFill>
              </a:rPr>
              <a:t>Missing or blank /product qualifiers are flagged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2596896"/>
            <a:ext cx="4160520" cy="51206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82312" y="2697480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75504" y="26426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A"/>
                </a:solidFill>
              </a:rPr>
              <a:t>tRNA / rRNA checks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75504" y="28712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5"/>
                </a:solidFill>
              </a:rPr>
              <a:t>Amino acid names in product; 'order'→'join' conversion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09160" y="3182112"/>
            <a:ext cx="4160520" cy="51206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82312" y="3282696"/>
            <a:ext cx="310896" cy="31089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82312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75504" y="32278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A"/>
                </a:solidFill>
              </a:rPr>
              <a:t>Auto-correct + report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75504" y="34564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B55"/>
                </a:solidFill>
              </a:rPr>
              <a:t>Small location mismatches fixed; validation_report.txt saved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74320" y="3858768"/>
            <a:ext cx="8595360" cy="877824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3895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3A"/>
                </a:solidFill>
              </a:rPr>
              <a:t>💡  You can run phases independently: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38912" y="417880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--skip-validation   (Phase 1 only — quick format conversion)     --skip-conversion   (Phase 2 only — validate existing files)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Output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3858768"/>
          </a:xfrm>
          <a:prstGeom prst="rect">
            <a:avLst/>
          </a:prstGeom>
          <a:solidFill>
            <a:srgbClr val="1A3D2A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042416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Module4_NCBI_Submission/
</a:t>
            </a:r>
            <a:r>
              <a:rPr lang="en-US" sz="11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Species1.fsa  </a:t>
            </a: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FASTA
</a:t>
            </a:r>
            <a:r>
              <a:rPr lang="en-US" sz="11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Species1.tbl  </a:t>
            </a: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 table
</a:t>
            </a:r>
            <a:r>
              <a:rPr lang="en-US" sz="11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Species2.fsa
├── Species2.tbl
</a:t>
            </a: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
</a:t>
            </a: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combined.fasta  </a:t>
            </a: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seqs
</a:t>
            </a: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combined_features.tbl  </a:t>
            </a:r>
            <a:r>
              <a:rPr lang="en-US" sz="1150" dirty="0">
                <a:solidFill>
                  <a:srgbClr val="4A6B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features
│
</a:t>
            </a:r>
            <a:r>
              <a:rPr lang="en-US" sz="11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validation_report_</a:t>
            </a:r>
            <a:r>
              <a:rPr lang="en-US" sz="1150" b="1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YYYYMMDD_HHMMSS</a:t>
            </a:r>
            <a:r>
              <a:rPr lang="en-US" sz="1150" dirty="0">
                <a:solidFill>
                  <a:srgbClr val="5DD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.txt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73168" y="10515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94960" y="10332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.fsa files (FASTA)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380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NCBI-compliant header: organism, mol_type, topology, gcode=11, location=chloroplast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911096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73168" y="200253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9842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.tbl files (Feature Table)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Tab-delimited coords + all qualifiers in NCBI-required format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862072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295351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📑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293522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Combined files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28269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combined.fasta + combined_features.tbl — for batch NCBI submission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813048"/>
            <a:ext cx="4160520" cy="804672"/>
          </a:xfrm>
          <a:prstGeom prst="rect">
            <a:avLst/>
          </a:prstGeom>
          <a:solidFill>
            <a:srgbClr val="E8F8EF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390448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8862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3A"/>
                </a:solidFill>
              </a:rPr>
              <a:t>Validation report (.txt)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42336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B55"/>
                </a:solidFill>
              </a:rPr>
              <a:t>Timestamped log: auto-corrections, errors, warnings, feature counts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</Words>
  <Application>Microsoft Office PowerPoint</Application>
  <PresentationFormat>On-screen Show (16:9)</PresentationFormat>
  <Paragraphs>64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CGAS Module 4: GenBank Format Conversion &amp; Validation</dc:title>
  <dc:subject>PptxGenJS Presentation</dc:subject>
  <dc:creator>Abdullah</dc:creator>
  <cp:lastModifiedBy>Abdullah</cp:lastModifiedBy>
  <cp:revision>2</cp:revision>
  <dcterms:created xsi:type="dcterms:W3CDTF">2026-02-20T10:43:19Z</dcterms:created>
  <dcterms:modified xsi:type="dcterms:W3CDTF">2026-03-11T10:10:08Z</dcterms:modified>
</cp:coreProperties>
</file>