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3200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365760"/>
            <a:ext cx="2011680" cy="201168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74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3A"/>
                </a:solidFill>
              </a:rPr>
              <a:t>CGAS SUITE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170432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 Usage Analysis (RSCU)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 Visualization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RSCU values · all 61 sense codons · publication-quality heatmaps via 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61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Sense Codons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20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Amino Acids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Output Figures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3931920"/>
            <a:ext cx="1920240" cy="822960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C3A"/>
                </a:solidFill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0840" y="435254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55"/>
                </a:solidFill>
              </a:rPr>
              <a:t>Analysis Steps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Abdullah  ·  CGAS v1.0.1  ·  January 2026  ·  bioRxiv doi: 10.64898/2025.12.21.695765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CGAS Module 8?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B22"/>
                </a:solidFill>
              </a:rPr>
              <a:t>Extracts all CDS from your GenBank files, counts all 61 sense codons, calculates RSCU values (Relative Synonymous Codon Usage), merges data across genomes, and — if R is installed — produces publication-quality heatmaps and bar charts at 600 DPI.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RSCU Calculation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Standard metric for codon bias: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RSCU = observed / expected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All 61 sense codons across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20 amino acids per genome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Batch &amp; Merge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Individual Excel per genome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+ merged comparative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across all genomes in 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Complete_Codon_Usage.xlsx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 Visualizations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RSCU_Heatmap.pdf/.png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Codon_Usage_Comparison.pdf/.png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600 DPI — publication ready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Use --no-figures if R absent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233672"/>
            <a:ext cx="9144000" cy="566928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33672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61104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B55"/>
                </a:solidFill>
              </a:rPr>
              <a:t>Applications: codon bias · molecular evolution · phylogenetics · gene expression inference · biotechnology optimization.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Quick Start — Three Ways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① cgas command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 --module 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② cgas-codon shortcut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396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cgas-codon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642616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③ Python directly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62656"/>
            <a:ext cx="8595360" cy="438912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8094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cgas_module8.py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511296"/>
            <a:ext cx="8595360" cy="12618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Options: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cgas_module8.py -i genbank_files/           # Specify input folder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4096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cgas_module8.py -i data/ -o Codon_Results/  # Custom output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35254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cgas_module8.py --no-figures                # Skip R graphs (if R not installed)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Output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3858768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42416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Module8_Codon_Usage_Analysis/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Species1_RSCU.xlsx  </a:t>
            </a:r>
            <a:pPr indent="0" marL="0">
              <a:buNone/>
            </a:pPr>
            <a:r>
              <a:rPr lang="en-US" sz="11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 genome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Species2_RSCU.xlsx
</a:t>
            </a:r>
            <a:pPr indent="0" marL="0">
              <a:buNone/>
            </a:pPr>
            <a:r>
              <a:rPr lang="en-US" sz="11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Complete_Codon_Usage_Analysis.xlsx  </a:t>
            </a:r>
            <a:pPr indent="0" marL="0">
              <a:buNone/>
            </a:pPr>
            <a:r>
              <a:rPr lang="en-US" sz="11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Complete_Codon_Usage_Analysis.csv  </a:t>
            </a:r>
            <a:pPr indent="0" marL="0">
              <a:buNone/>
            </a:pPr>
            <a:r>
              <a:rPr lang="en-US" sz="1150" dirty="0">
                <a:solidFill>
                  <a:srgbClr val="5A9E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 input
</a:t>
            </a:r>
            <a:pPr indent="0" marL="0">
              <a:buNone/>
            </a:pPr>
            <a:r>
              <a:rPr lang="en-US" sz="115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Figures/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RSCU_Heatmap.pdf/.png
</a:t>
            </a:r>
            <a:pPr indent="0" marL="0">
              <a:buNone/>
            </a:pPr>
            <a:r>
              <a:rPr lang="en-US" sz="1150" dirty="0">
                <a:solidFill>
                  <a:srgbClr val="A8D5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Codon_Usage_Comparison.pdf/.png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0515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033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Per-genome RSCU Excel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3807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61 codons × RSCU value, codon count, amino acid group — one file per GenBank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911096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00253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9842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Merged comparative Excel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3317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All genomes side by side — compare codon preferences across species at a glance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862072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95351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293522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RSCU Heatmap (R)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2826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All 61 codons × all genomes as a heatmap — PDF (vector) + PNG (600 DPI)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813048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90448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886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Comparison plot (R)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42336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55"/>
                </a:solidFill>
              </a:rPr>
              <a:t>Stacked bar chart for representative species — PDF + PNG at 600 DPI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RSCU — What It Measures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8595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2B22"/>
                </a:solidFill>
              </a:rPr>
              <a:t>RSCU (Relative Synonymous Codon Usage) = observed codon frequency ÷ expected frequency if all synonymous codons were used equally.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8595360" cy="694944"/>
          </a:xfrm>
          <a:prstGeom prst="rect">
            <a:avLst/>
          </a:prstGeom>
          <a:solidFill>
            <a:srgbClr val="E8F8E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36192"/>
            <a:ext cx="1280160" cy="6949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2763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= 1.0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64208" y="1591056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No bias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64208" y="1883664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55"/>
                </a:solidFill>
              </a:rPr>
              <a:t>Codon used exactly as expected by chance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40864"/>
            <a:ext cx="8595360" cy="694944"/>
          </a:xfrm>
          <a:prstGeom prst="rect">
            <a:avLst/>
          </a:prstGeom>
          <a:solidFill>
            <a:srgbClr val="E8F8EF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340864"/>
            <a:ext cx="1280160" cy="69494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3230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&gt; 1.0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64208" y="239572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Preferred codon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64208" y="2688336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55"/>
                </a:solidFill>
              </a:rPr>
              <a:t>Used more than expected — positively selected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145536"/>
            <a:ext cx="8595360" cy="694944"/>
          </a:xfrm>
          <a:prstGeom prst="rect">
            <a:avLst/>
          </a:prstGeom>
          <a:solidFill>
            <a:srgbClr val="E8F8EF"/>
          </a:solidFill>
          <a:ln w="25400">
            <a:solidFill>
              <a:srgbClr val="D354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145536"/>
            <a:ext cx="1280160" cy="69494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36976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&lt; 1.0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64208" y="320040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Avoided codon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64208" y="349300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55"/>
                </a:solidFill>
              </a:rPr>
              <a:t>Used less than expected — negatively selected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950208"/>
            <a:ext cx="8595360" cy="694944"/>
          </a:xfrm>
          <a:prstGeom prst="rect">
            <a:avLst/>
          </a:prstGeom>
          <a:solidFill>
            <a:srgbClr val="E8F8E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950208"/>
            <a:ext cx="1280160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04164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= 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64208" y="40050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</a:rPr>
              <a:t>Never used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64208" y="4297680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B55"/>
                </a:solidFill>
              </a:rPr>
              <a:t>Stop codons and this codon never appears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7914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6B55"/>
                </a:solidFill>
              </a:rPr>
              <a:t>Chloroplast genomes typically show AT-ending codon bias — high A/T content drives codon preference patterns.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Step-by-Step: Practical Demo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Place GenBank files in a folder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/home/user/codon_analysis/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*.gb  # verify files are here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Run the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cgas_module8.py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--no-figures if R is not installed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3268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98755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87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99669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merged Excel for comparison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44475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48132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Module8_Codon_Usage_Analysis/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Complete_Codon_Usage_Analysis.xlsx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944368"/>
            <a:ext cx="4160520" cy="190195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94436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999232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48656" y="3008376"/>
            <a:ext cx="35478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View the R visualizations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456432"/>
            <a:ext cx="3986784" cy="1261872"/>
          </a:xfrm>
          <a:prstGeom prst="rect">
            <a:avLst/>
          </a:prstGeom>
          <a:solidFill>
            <a:srgbClr val="1A3D2A"/>
          </a:solidFill>
          <a:ln w="12700">
            <a:solidFill>
              <a:srgbClr val="1A3D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93008"/>
            <a:ext cx="38221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Module8_Codon_Usage_Analysis/Figures/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RSCU_Heatmap.pdf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Codon_Usage_Comparison.pdf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Common Issues &amp; Quick Fixes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926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Missing packages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pip install biopython pandas openpyxl — R packages: ggplot2, reshape2, scales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09344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4592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No GenBank files found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191109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Check extensions: .gb .gbf .gbk .genbank — use -i /full/path/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86000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2257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R not installed / figures not made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58775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Use --no-figures flag — Excel output is still complete without 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62656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62656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9923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CDS features not found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326440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Verify GenBank files contain proper CDS features with /codon_start and /translation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639312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7588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Merged file is empty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94106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At least 2 GenBank files needed for merged analysis — check input folder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8595360" cy="585216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315968"/>
            <a:ext cx="73152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35254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Q: Very long analysis time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61772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B55"/>
                </a:solidFill>
              </a:rPr>
              <a:t>→ Normal for large datasets — each genome takes ~5–10 seconds; R visualization is slower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8 —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01168" cy="2011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-822960"/>
            <a:ext cx="3200400" cy="3200400"/>
          </a:xfrm>
          <a:prstGeom prst="ellipse">
            <a:avLst/>
          </a:prstGeom>
          <a:solidFill>
            <a:srgbClr val="1E6B42"/>
          </a:solidFill>
          <a:ln w="12700">
            <a:solidFill>
              <a:srgbClr val="1E6B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-182880"/>
            <a:ext cx="1920240" cy="1920240"/>
          </a:xfrm>
          <a:prstGeom prst="ellipse">
            <a:avLst/>
          </a:prstGeom>
          <a:solidFill>
            <a:srgbClr val="1A5C3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914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🧬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47472" y="32004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Module 8 — Key Takeaways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" y="8046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E"/>
                </a:solidFill>
              </a:rPr>
              <a:t>Codon Usage Analysis (RSCU) with R Visualization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4884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311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No arguments needed: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23113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run python cgas_module8.py in the folder with your GenBank files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42616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7249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RSCU explained: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2724912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values &gt;1 = preferred codon · &lt;1 = avoided · =1 = no bias · =0 = never used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136392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36392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18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AT-ending bias: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3218688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chloroplast genomes typically prefer codons ending in A or 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30168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30168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7124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R optional: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31720" y="3712464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use --no-figures if R is not installed — Excel output is complete regardless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23944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23944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2062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600 DPI figures: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31720" y="4206240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PDF (vector) + PNG (raster) — both publication-quality without further processing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8595360" cy="420624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617720"/>
            <a:ext cx="7315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7000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</a:rPr>
              <a:t>Cite CGAS: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31720" y="4700016"/>
            <a:ext cx="6446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2"/>
                </a:solidFill>
              </a:rPr>
              <a:t>Abdullah A., Yan R., &amp; Tian X. (2025). bioRxiv. doi: 10.64898/2025.12.21.695765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CGAS Module 8: Codon Usage Analysis (RSCU)
with R Visualization</dc:title>
  <dc:subject>PptxGenJS Presentation</dc:subject>
  <dc:creator>Abdullah</dc:creator>
  <cp:lastModifiedBy>Abdullah</cp:lastModifiedBy>
  <cp:revision>1</cp:revision>
  <dcterms:created xsi:type="dcterms:W3CDTF">2026-02-20T18:37:29Z</dcterms:created>
  <dcterms:modified xsi:type="dcterms:W3CDTF">2026-02-20T18:37:29Z</dcterms:modified>
</cp:coreProperties>
</file>