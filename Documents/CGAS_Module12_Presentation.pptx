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Chloroplast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microsatellites · classify by motif &amp; region · R visualizations · customizable thresholds.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Motif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R Figures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C3A"/>
                </a:solidFill>
              </a:rPr>
              <a:t>100+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Species Tested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12?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Scans chloroplast genome sequences from GenBank files for all six types of Simple Sequence Repeats — from mononucleotide to hexanucleotide — classifies each SSR by motif type, genomic region (LSC/SSC/IRa/IRb), and functional context (gene, intron, tRNA, rRNA, intergenic), and produces publication-ready Excel files and R visualizations.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SSR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Sliding-window scan for 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1–6 bp repeating motifs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No overlapping SSR calls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Custom thresholds via -t 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Default: Mono=10, Di=5,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Tri=4, Tetra/Penta/Hexa=3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Multi-Level Classification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Genomic region: LSC/SSC/IRa/IRb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Location type: gene/intron/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tRNA/rRNA/intergenic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Motif type: mono/di/tri/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tetra/penta/hexa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Italic species &amp; gene names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27632"/>
            <a:ext cx="2743200" cy="2487168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27632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276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 R Figures + 3 Excel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30552"/>
            <a:ext cx="2523744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SSR_Genomic_Regions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SSR_Motif_Types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SSR_Genomic_Locations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(PDF+PNG 600 DPI)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all_ssrs_detailed.xlsx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</a:rPr>
              <a:t>ssr_summary.xlsx · ssr_by_species.xlsx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224528"/>
            <a:ext cx="9144000" cy="576072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Applications: evolutionary marker development · population genetics · comparative SSR studies · primer design.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cgas-ssr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 -i genbank_files/ 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 -o SSRs_results/           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 -t 8,4,3,3,3,3              # Sensitive thresholds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4608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 -t 12,6,5,4,4,4             # Strict for markers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SSR Detection &amp; Thresholds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Default thresholds are set for standard chloroplast SSR studies. Use -t to override all six values simultaneously.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859536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Mono (1 bp)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0512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repeats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36976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(A)₁₀  (T)₁₀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21808" y="1444752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A/T stretches — most common in chloroplasts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956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Di (2 bp)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10512" y="1956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repeats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36976" y="1956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(AT)₅  (TA)₅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21808" y="1956816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Dinucleotide runs — often AT-rich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859536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Tri (3 bp)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0512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repeats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36976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(ATG)₄ (AAT)₄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21808" y="2468880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Trinucleotide repeats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809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Tetra (4 bp)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10512" y="29809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repeats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36976" y="29809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(ATGC)₃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21808" y="2980944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Four-nucleotide repeats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8595360" cy="457200"/>
          </a:xfrm>
          <a:prstGeom prst="rect">
            <a:avLst/>
          </a:prstGeom>
          <a:solidFill>
            <a:srgbClr val="E8F8E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Penta (5 bp)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10512" y="3493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repeats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36976" y="3493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(ATGCA)₃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21808" y="3493008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Five-nucleotide repeats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005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Hexa (6 bp)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10512" y="4005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repeats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36976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(ATGCAT)₃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21808" y="4005072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Six-nucleotide repeats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462272"/>
            <a:ext cx="8595360" cy="32918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46227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Sensitive: -t 8,4,3,3,3,3  |  Default: -t 10,5,4,3,3,3  |  Strict (marker dev): -t 12,6,5,4,4,4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Module12_SSR_Analysis/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all_ssrs_detailed.xlsx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catalog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ssr_summary.xlsx      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Per-species stats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ssr_by_species.xlsx   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Individual sheets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ssr_summary_for_r.csv 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input data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generate_ssr_figures.R </a:t>
            </a:r>
            <a:pPr indent="0" marL="0">
              <a:buNone/>
            </a:pPr>
            <a:r>
              <a:rPr lang="en-US" sz="11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Editable R script
</a:t>
            </a:r>
            <a:pPr indent="0" marL="0">
              <a:buNone/>
            </a:pPr>
            <a:r>
              <a:rPr lang="en-US" sz="11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Figures/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SSR_Genomic_Regions.pdf/.png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SSR_Motif_Types.pdf/.png
</a:t>
            </a:r>
            <a:pPr indent="0" marL="0">
              <a:buNone/>
            </a:pPr>
            <a:r>
              <a:rPr lang="en-US" sz="11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SSR_Genomic_Locations.pdf/.png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881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C3A"/>
                </a:solidFill>
              </a:rPr>
              <a:t>all_ssrs_detailed.xlsx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Every SSR: species · ID · motif · type · repeats · length · start · end · region · location · gene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9397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03911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C3A"/>
                </a:solidFill>
              </a:rPr>
              <a:t>ssr_summary.xlsx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Statistics per species: total SSRs by motif type (6 columns) and by location (5 columns)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0998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30449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C3A"/>
                </a:solidFill>
              </a:rPr>
              <a:t>ssr_by_species.xlsx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34107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One sheet per species with its complete SSR list — easy to navigate per-genome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977640"/>
            <a:ext cx="4160520" cy="859536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1056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40507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C3A"/>
                </a:solidFill>
              </a:rPr>
              <a:t>Three R Figures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4416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Genomic region distribution · Motif type distribution · Genomic location distribution — all 600 DPI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/home/user/chloroplast_data/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*.gb  # verify files present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cgas_module12.py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sensitive: add -t 8,4,3,3,3,3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strict:     add -t 12,6,5,4,4,4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 summary Excel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Module12_SSR_Analysis/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ssr_summary.xlsx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total SSRs per species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R figures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Module12_SSR_Analysis/Figures/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SSR_Motif_Types.pdf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SSR_Genomic_Regions.pdf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numpy openpyxl — R packages: ggplot2 dplyr tidyr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.gbff .genbank .gbk — use -i /full/path/ to specify explicitly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Wrong threshold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exactly 6 comma-separated numbers, no spaces: -t 10,5,4,3,3,3 (MONO,DI,TRI,TETRA,PENTA,HEXA)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 not found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R is optional — all Excel files are complete regardless; install R only if figures are needed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Species names not italic in Excel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Open the file in Microsoft Excel 2010+ — italics may not display in Google Sheets or LibreOffice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Permission denied on 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-o ~/ssr_results/ to write to your home directory which always has write permission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12 — 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12 — 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Comprehensive Chloroplast SSR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cgas_module12.py in your GenBank folder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Six SSR types detected: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mono · di · tri · tetra · penta · hexa — all in one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Three-level output: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by motif type · by genomic region (LSC/SSC/IR) · by functional location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Adjustable thresholds: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-t 10,5,4,3,3,3 (default) · -t 8,4,3,3,3,3 (sensitive) · -t 12,6,5,4,4,4 (strict/markers)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 optional: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all three Excel files are complete without R — R adds PDF/PNG figures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12</dc:title>
  <dc:subject>PptxGenJS Presentation</dc:subject>
  <dc:creator>Abdullah</dc:creator>
  <cp:lastModifiedBy>Abdullah</cp:lastModifiedBy>
  <cp:revision>1</cp:revision>
  <dcterms:created xsi:type="dcterms:W3CDTF">2026-02-21T09:29:00Z</dcterms:created>
  <dcterms:modified xsi:type="dcterms:W3CDTF">2026-02-21T09:29:00Z</dcterms:modified>
</cp:coreProperties>
</file>