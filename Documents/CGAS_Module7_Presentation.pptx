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Chloroplast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structure · LSC/SSC/IR lengths · GC content · publication-ready comparison table.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Structural Regions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Excel 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100+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Genomes Tested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Analysis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7?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Reads all GenBank files, detects the four chloroplast structural regions (LSC, SSC, IRa, IRb), calculates genome lengths and GC content for each region and gene type, and generates a single publication-quality comparison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Structural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Auto-detects LSC, SSC, IRa, IRb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from GenBank annotations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Intelligently infers missing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regions from available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Length &amp; GC Analysis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Genome length, regional sizes,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GC% for whole genome,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LSC, SSC, IR regions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Separate tRNA/rRNA/CDS GC%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Publication-Quality Output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One Excel table covers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genomes with grouped column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headers — ready for direct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use in manuscripts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Typical chloroplast: 120–160 kb · 35–40% GC · quadripartite structure · IR regions contain conserved rRNA genes.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cgas-genome-compare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cgas-genome-compare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cgas_module7.py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cgas_module7.py -i genbank_files/ 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cgas_module7.py -i data/ -o Genome_Results/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cgas_module7.py --help                      # Get help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Module 7 Measures — Column by Column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Genome length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356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Total bp of complete chloroplast genome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LSC length &amp; GC%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6243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Large Single Copy region — typically 80–90 kb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24128" y="3429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SSC length &amp; GC%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8130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Small Single Copy region — typically 16–27 kb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04688" y="1051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IR length &amp; GC%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14356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Inverted Repeat (IRa &amp; IRb) — typically 20–30 kb each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04688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Whole genome GC%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26243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Overall GC content of the complete genome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4160520" cy="104241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04688" y="3429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Gene-type GC%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38130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Separate GC calculations for tRNA, rRNA, and CDS features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208483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Module7_Comparative_Analysis/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Comparative_Genome_Analysis.xlsx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table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Analysis_Warnings.txt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Issues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127248"/>
            <a:ext cx="4160520" cy="166420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163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C3A"/>
                </a:solidFill>
              </a:rPr>
              <a:t>Interpreting results: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3493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✔  IR GC% usually higher — rRNA genes are GC-rich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38039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✔  Typical genome: 120–160 kb, 35–40% GC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✔  IR size discrepancy warning → check boundaries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4425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✔  Total mismatch (&lt;100 bp) → annotation gaps 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06070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051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Main comparison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43560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One row per genome, columns for every length and GC metric — grouped headers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67128"/>
            <a:ext cx="4160520" cy="106070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3500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2585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Warnings log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426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Analysis_Warnings.txt lists any annotation issues detected during processing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374136"/>
            <a:ext cx="4160520" cy="106070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55701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4655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Intelligent inference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84962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If only some regions annotated, module infers the rest — warns when it does so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/home/user/chloroplast_genomes/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Files need LSC/SSC/IRa/IRb annotations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(Module 2 output recommended)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cgas_module7.py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 --module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cgas-genome-compare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Excel comparison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Module7_Comparative_Analysis/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Comparative_Genome_Analysis.xlsx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any warnings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Module7_Comparative_Analysis/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Analysis_Warnings.txt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for IR size issues or total mismatches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Python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openpyxl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 .gbk .genbank — use -i /full/path/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structural features detected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GenBank for LSC/SSC/IRa/IRb annotations — use Module 2 annotated 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IR size discrepancy warning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IR boundaries in a genome viewer — may be annotation error requiring manual curation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Calculated total doesn't match genome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Small differences (&lt;100 bp) are usually annotation gaps; large ones need investigation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Only partial regions annotated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Module will infer missing regions — review warnings log and verify results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7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7 — Key Takeaways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Comparative Chloroplast Genome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cgas_module7.py in the folder with your GenBank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Uses Module 2 output: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annotated files with LSC/SSC/IRa/IRb labels give the best structural detection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One output file: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Comparative_Genome_Analysis.xlsx — one row per genome, all metrics in grouped columns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IR GC% is higher: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expected — IR regions contain GC-rich rRNA genes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Warnings log: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Analysis_Warnings.txt lists any inference decisions or annotation issues detected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7: Comparative Chloroplast
Genome Analysis</dc:title>
  <dc:subject>PptxGenJS Presentation</dc:subject>
  <dc:creator>Abdullah</dc:creator>
  <cp:lastModifiedBy>Abdullah</cp:lastModifiedBy>
  <cp:revision>1</cp:revision>
  <dcterms:created xsi:type="dcterms:W3CDTF">2026-02-20T18:37:29Z</dcterms:created>
  <dcterms:modified xsi:type="dcterms:W3CDTF">2026-02-20T18:37:29Z</dcterms:modified>
</cp:coreProperties>
</file>